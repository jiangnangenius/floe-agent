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loe Preview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loe Preview 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b="1">
          <a:solidFill>
            <a:schemeClr val="tx1"/>
          </a:solidFill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1 Title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4000" b="1">
                <a:solidFill>
                  <a:srgbClr val="1F3864"/>
                </a:solidFill>
              </a:rPr>
              <a:t>Floe Preview Deck — Slide 1</a:t>
            </a:r>
          </a:p>
        </p:txBody>
      </p:sp>
      <p:sp>
        <p:nvSpPr>
          <p:cNvPr id="3" name="S1 Subtitle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400">
                <a:solidFill>
                  <a:srgbClr val="404040"/>
                </a:solidFill>
              </a:rPr>
              <a:t>visible text A · 第一页 · § 2026-10-26</a:t>
            </a:r>
          </a:p>
        </p:txBody>
      </p:sp>
      <p:sp>
        <p:nvSpPr>
          <p:cNvPr id="4" name="S1 RedRect"/>
          <p:cNvSpPr/>
          <p:nvPr/>
        </p:nvSpPr>
        <p:spPr>
          <a:xfrm>
            <a:off x="457200" y="2651760"/>
            <a:ext cx="3657600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pPr>
              <a:buNone/>
            </a:pPr>
            <a:r>
              <a:rPr lang="en-US" sz="2000" b="1">
                <a:solidFill>
                  <a:srgbClr val="FFFFFF"/>
                </a:solidFill>
              </a:rPr>
              <a:t>red 红</a:t>
            </a:r>
          </a:p>
        </p:txBody>
      </p:sp>
      <p:sp>
        <p:nvSpPr>
          <p:cNvPr id="5" name="S1 GreenRect"/>
          <p:cNvSpPr/>
          <p:nvPr/>
        </p:nvSpPr>
        <p:spPr>
          <a:xfrm>
            <a:off x="4389120" y="2651760"/>
            <a:ext cx="3657600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pPr>
              <a:buNone/>
            </a:pPr>
            <a:r>
              <a:rPr lang="en-US" sz="2000" b="1">
                <a:solidFill>
                  <a:srgbClr val="FFFFFF"/>
                </a:solidFill>
              </a:rPr>
              <a:t>green 绿</a:t>
            </a:r>
          </a:p>
        </p:txBody>
      </p:sp>
      <p:sp>
        <p:nvSpPr>
          <p:cNvPr id="6" name="S1 BottomMarker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800">
                <a:solidFill>
                  <a:srgbClr val="7030A0"/>
                </a:solidFill>
              </a:rPr>
              <a:t>bottom marker 底部署名 PPTX</a:t>
            </a:r>
          </a:p>
        </p:txBody>
      </p:sp>
      <p:cxnSp>
        <p:nvCxnSpPr>
          <p:cNvPr id="7" name="S1 RuleLine"/>
          <p:cNvCxnSpPr/>
          <p:nvPr/>
        </p:nvCxnSpPr>
        <p:spPr>
          <a:xfrm>
            <a:off x="457200" y="5943600"/>
            <a:ext cx="8229600" cy="0"/>
          </a:xfrm>
          <a:prstGeom prst="line">
            <a:avLst/>
          </a:prstGeom>
          <a:ln w="28575">
            <a:solidFill>
              <a:srgbClr val="1F4E79"/>
            </a:solidFill>
          </a:ln>
        </p:spPr>
      </p:cxn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2 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600" b="1">
                <a:solidFill>
                  <a:srgbClr val="833C00"/>
                </a:solidFill>
              </a:rPr>
              <a:t>Geometry Check — Slide 2</a:t>
            </a:r>
          </a:p>
        </p:txBody>
      </p:sp>
      <p:sp>
        <p:nvSpPr>
          <p:cNvPr id="3" name="S2 Bullets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Font typeface="Arial"/>
              <a:buChar char="•"/>
            </a:pPr>
            <a:r>
              <a:rPr lang="en-US" sz="2000">
                <a:solidFill>
                  <a:srgbClr val="17365D"/>
                </a:solidFill>
              </a:rPr>
              <a:t>beta bullet visible</a:t>
            </a:r>
          </a:p>
          <a:p>
            <a:pPr>
              <a:buFont typeface="Arial"/>
              <a:buChar char="•"/>
            </a:pPr>
            <a:r>
              <a:rPr lang="zh-CN" sz="2000">
                <a:solidFill>
                  <a:srgbClr val="17365D"/>
                </a:solidFill>
              </a:rPr>
              <a:t>第二段 中文文本</a:t>
            </a: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17365D"/>
                </a:solidFill>
              </a:rPr>
              <a:t>third line § done</a:t>
            </a:r>
          </a:p>
        </p:txBody>
      </p:sp>
      <p:sp>
        <p:nvSpPr>
          <p:cNvPr id="4" name="S2 BlueRect"/>
          <p:cNvSpPr/>
          <p:nvPr/>
        </p:nvSpPr>
        <p:spPr>
          <a:xfrm>
            <a:off x="6400800" y="1371600"/>
            <a:ext cx="2286000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txBody>
          <a:bodyPr wrap="square"/>
          <a:lstStyle/>
        </p:txBody>
      </p:sp>
      <p:sp>
        <p:nvSpPr>
          <p:cNvPr id="5" name="S2 YellowRect"/>
          <p:cNvSpPr/>
          <p:nvPr/>
        </p:nvSpPr>
        <p:spPr>
          <a:xfrm>
            <a:off x="457200" y="3657600"/>
            <a:ext cx="2743200" cy="1371600"/>
          </a:xfrm>
          <a:prstGeom prst="rect">
            <a:avLst/>
          </a:prstGeom>
          <a:solidFill>
            <a:srgbClr val="BF9000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pPr>
              <a:buNone/>
            </a:pPr>
            <a:r>
              <a:rPr lang="en-US" sz="1800" b="1">
                <a:solidFill>
                  <a:srgbClr val="000000"/>
                </a:solidFill>
              </a:rPr>
              <a:t>yellow 黄</a:t>
            </a:r>
          </a:p>
        </p:txBody>
      </p:sp>
      <p:sp>
        <p:nvSpPr>
          <p:cNvPr id="6" name="S2 TealRect"/>
          <p:cNvSpPr/>
          <p:nvPr/>
        </p:nvSpPr>
        <p:spPr>
          <a:xfrm>
            <a:off x="3352800" y="3657600"/>
            <a:ext cx="2743200" cy="1371600"/>
          </a:xfrm>
          <a:prstGeom prst="rect">
            <a:avLst/>
          </a:prstGeom>
          <a:solidFill>
            <a:srgbClr val="117A8B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</a:rPr>
              <a:t>teal 青</a:t>
            </a:r>
          </a:p>
        </p:txBody>
      </p:sp>
      <p:sp>
        <p:nvSpPr>
          <p:cNvPr id="7" name="S2 PurpleRect"/>
          <p:cNvSpPr/>
          <p:nvPr/>
        </p:nvSpPr>
        <p:spPr>
          <a:xfrm>
            <a:off x="6248400" y="3657600"/>
            <a:ext cx="2438400" cy="1371600"/>
          </a:xfrm>
          <a:prstGeom prst="rect">
            <a:avLst/>
          </a:prstGeom>
          <a:solidFill>
            <a:srgbClr val="7030A0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pPr>
              <a:buNone/>
            </a:pPr>
            <a:r>
              <a:rPr lang="en-US" sz="1800" b="1">
                <a:solidFill>
                  <a:srgbClr val="FFFFFF"/>
                </a:solidFill>
              </a:rPr>
              <a:t>purple 紫</a:t>
            </a:r>
          </a:p>
        </p:txBody>
      </p:sp>
      <p:sp>
        <p:nvSpPr>
          <p:cNvPr id="8" name="S2 BottomMarker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800">
                <a:solidFill>
                  <a:srgbClr val="0F6674"/>
                </a:solidFill>
              </a:rPr>
              <a:t>page 2 bottom marker · PPTX 可见</a:t>
            </a:r>
          </a:p>
        </p:txBody>
      </p:sp>
      <p:cxnSp>
        <p:nvCxnSpPr>
          <p:cNvPr id="9" name="S2 DiagonalLine"/>
          <p:cNvCxnSpPr/>
          <p:nvPr/>
        </p:nvCxnSpPr>
        <p:spPr>
          <a:xfrm>
            <a:off x="457200" y="6126480"/>
            <a:ext cx="8229600" cy="320040"/>
          </a:xfrm>
          <a:prstGeom prst="line">
            <a:avLst/>
          </a:prstGeom>
          <a:ln w="28575">
            <a:solidFill>
              <a:srgbClr val="C00000"/>
            </a:solidFill>
          </a:ln>
        </p:spPr>
      </p:cxnSp>
    </p:spTree>
  </p:cSld>
</p:sld>
</file>

<file path=ppt/theme/theme1.xml><?xml version="1.0" encoding="utf-8"?>
<a:theme xmlns:a="http://schemas.openxmlformats.org/drawingml/2006/main" name="FloePreviewTheme">
  <a:themeElements>
    <a:clrScheme name="FloePreview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C00000"/>
      </a:accent1>
      <a:accent2>
        <a:srgbClr val="2E7D32"/>
      </a:accent2>
      <a:accent3>
        <a:srgbClr val="1F4E79"/>
      </a:accent3>
      <a:accent4>
        <a:srgbClr val="BF9000"/>
      </a:accent4>
      <a:accent5>
        <a:srgbClr val="7030A0"/>
      </a:accent5>
      <a:accent6>
        <a:srgbClr val="117A8B"/>
      </a:accent6>
      <a:hlink>
        <a:srgbClr val="0563C1"/>
      </a:hlink>
      <a:folHlink>
        <a:srgbClr val="954F72"/>
      </a:folHlink>
    </a:clrScheme>
    <a:fontScheme name="FloePreview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loePreviewFm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
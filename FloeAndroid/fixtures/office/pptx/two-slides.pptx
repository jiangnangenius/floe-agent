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手记 § Deck 🧪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Bullet slide</a:t>
            </a:r>
          </a:p>
        </p:txBody>
      </p:sp>
      <p:sp>
        <p:nvSpPr>
          <p:cNvPr id="3" name="Content 1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alpha bullet</a:t>
            </a:r>
          </a:p>
          <a:p>
            <a:r>
              <a:t>β § two</a:t>
            </a:r>
          </a:p>
          <a:p>
            <a:r>
              <a:t>done bullet</a:t>
            </a:r>
          </a:p>
        </p:txBody>
      </p:sp>
    </p:spTree>
  </p:cSld>
</p:sld>
</file>

<file path=ppt/theme/theme1.xml><?xml version="1.0" encoding="utf-8"?>
<a:theme xmlns:a="http://schemas.openxmlformats.org/drawingml/2006/main" name="Floe">
  <a:themeElements>
    <a:clrScheme name="Flo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3B82F6"/>
      </a:accent1>
      <a:accent2>
        <a:srgbClr val="8B5CF6"/>
      </a:accent2>
      <a:accent3>
        <a:srgbClr val="22C55E"/>
      </a:accent3>
      <a:accent4>
        <a:srgbClr val="EAB308"/>
      </a:accent4>
      <a:accent5>
        <a:srgbClr val="F97316"/>
      </a:accent5>
      <a:accent6>
        <a:srgbClr val="EF4444"/>
      </a:accent6>
      <a:hlink>
        <a:srgbClr val="3B82F6"/>
      </a:hlink>
      <a:folHlink>
        <a:srgbClr val="8B5CF6"/>
      </a:folHlink>
    </a:clrScheme>
    <a:fontScheme name="Flo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Flo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
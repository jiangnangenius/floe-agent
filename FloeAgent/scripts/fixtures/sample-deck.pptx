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Alpha</c:v>
                </c:pt>
                <c:pt idx="1">
                  <c:v>Beta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FLOE SAMPLE DECK — 幻灯片一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743200" cy="1828800"/>
          </a:xfrm>
          <a:prstGeom prst="roundRect">
            <a:avLst/>
          </a:prstGeom>
          <a:solidFill>
            <a:srgbClr val="165DB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SAMPLE_BOX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64592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SAMPLE_SECOND_SLIDE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1828800"/>
            <a:ext cx="2743200" cy="2743200"/>
          </a:xfrm>
          <a:prstGeom prst="ellipse">
            <a:avLst/>
          </a:prstGeom>
          <a:solidFill>
            <a:srgbClr val="00A6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SAMPLE_THIRD_SLIDE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
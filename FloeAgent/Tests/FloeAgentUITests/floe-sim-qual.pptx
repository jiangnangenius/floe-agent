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81000"/>
            <a:ext cx="8229600" cy="1143000"/>
          </a:xfrm>
          <a:prstGeom prst="rect">
            <a:avLst/>
          </a:prstGeom>
        </p:spPr>
        <p:txXfrm>
          <a:off x="457200" y="381000"/>
          <a:ext cx="8229600" cy="1143000"/>
        </p:txXfrm>
        <p:txBody>
          <a:bodyPr/>
          <a:lstStyle/>
          <a:p>
            <a:r>
              <a:rPr lang="en-US" sz="4000" b="1">
                <a:solidFill>
                  <a:srgbClr val="1D4ED8"/>
                </a:solidFill>
              </a:rPr>
              <a:t>Floe SIM QUAL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1600200"/>
            <a:ext cx="8229600" cy="685800"/>
          </a:xfrm>
          <a:prstGeom prst="rect">
            <a:avLst/>
          </a:prstGeom>
        </p:spPr>
        <p:txXfrm>
          <a:off x="457200" y="1600200"/>
          <a:ext cx="8229600" cy="685800"/>
        </p:txXfrm>
        <p:txBody>
          <a:bodyPr/>
          <a:lstStyle/>
          <a:p>
            <a:r>
              <a:rPr lang="en-US" sz="2000">
                <a:solidFill>
                  <a:srgbClr val="374151"/>
                </a:solidFill>
              </a:rPr>
              <a:t>Synthetic PPTX - two slides</a:t>
            </a:r>
          </a:p>
        </p:txBody>
      </p:sp>
      <p:sp>
        <p:nvSpPr>
          <p:cNvPr id="4" name="Accent Bar"/>
          <p:cNvSpPr/>
          <p:nvPr/>
        </p:nvSpPr>
        <p:spPr>
          <a:xfrm>
            <a:off x="457200" y="1371600"/>
            <a:ext cx="2743200" cy="91440"/>
          </a:xfrm>
          <a:prstGeom prst="rect">
            <a:avLst/>
          </a:prstGeom>
          <a:solidFill>
            <a:srgbClr val="EA580C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381000"/>
            <a:ext cx="8229600" cy="1143000"/>
          </a:xfrm>
          <a:prstGeom prst="rect">
            <a:avLst/>
          </a:prstGeom>
        </p:spPr>
        <p:txXfrm>
          <a:off x="457200" y="381000"/>
          <a:ext cx="8229600" cy="1143000"/>
        </p:txXfrm>
        <p:txBody>
          <a:bodyPr/>
          <a:lstStyle/>
          <a:p>
            <a:r>
              <a:rPr lang="en-US" sz="4000" b="1">
                <a:solidFill>
                  <a:srgbClr val="1D4ED8"/>
                </a:solidFill>
              </a:rPr>
              <a:t>Slide 2</a:t>
            </a:r>
          </a:p>
        </p:txBody>
      </p:sp>
      <p:sp>
        <p:nvSpPr>
          <p:cNvPr id="3" name="Green Circle"/>
          <p:cNvSpPr/>
          <p:nvPr/>
        </p:nvSpPr>
        <p:spPr>
          <a:xfrm>
            <a:off x="3200400" y="2286000"/>
            <a:ext cx="2743200" cy="2743200"/>
          </a:xfrm>
          <a:prstGeom prst="ellipse">
            <a:avLst/>
          </a:prstGeom>
          <a:solidFill>
            <a:srgbClr val="16A34A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EA580C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9333EA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